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>
                <a:solidFill>
                  <a:srgbClr val="141414"/>
                </a:solidFill>
                <a:latin typeface="Aptos"/>
              </a:rPr>
              <a:t>Point Hebdo 9</a:t>
            </a:r>
          </a:p>
          <a:p>
            <a:pPr algn="ctr">
              <a:spcBef>
                <a:spcPts val="1800"/>
              </a:spcBef>
            </a:pPr>
            <a:r>
              <a:rPr sz="2400">
                <a:solidFill>
                  <a:srgbClr val="141414"/>
                </a:solidFill>
                <a:latin typeface="Aptos"/>
              </a:rPr>
              <a:t>Compléter la BDD d’emploi via la presse locale : API de recherche + LLM + vérification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141414"/>
                </a:solidFill>
                <a:latin typeface="Aptos"/>
              </a:rPr>
              <a:t>Le problème : ~60 % de la BDD d’emploi est encore vide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Constat de départ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Notre BDD consolidée (usine × année, 2006–2026) n’est remplie qu’à ~40 % — il reste ~540 cellules vides.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Wikipedia ne suffit pas (cf. Hebdo 8) : beaucoup d’usines n’ont pas de page, et quand il y en a une, le chiffre n’y est souvent pas reporté.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La presse locale parle régulièrement des usines et de leurs effectifs → c’est la source la plus prometteuse pour combler les trous.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141414"/>
                </a:solidFill>
                <a:latin typeface="Aptos"/>
              </a:rPr>
              <a:t>Comment on a fait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La méthode en 3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1) Recherche — pour chaque cellule manquante, une requête dans la langue locale (de, fr, es, hu, pl…) via une API de recherche.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2) Extraction — un LLM lit les vrais résultats et renvoie un JSON strict : {effectif, année, citation exacte, URL source}.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3) Vérification programmatique — faite par le code (et non par un 2ᵉ LLM). C’est l’étape clé contre les 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L’API de recherche (Tavily)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Pourquoi une API de recherche : un LLM seul invente des chiffres ET de fausses sources. Il faut lui donner de vraies pages web.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J’ai comparé les API : Bing a été retirée (2025), Brave est devenu payant… Tavily a un palier gratuit (~1000 crédits/mois) et renvoie directement le texte des pages, prêt pour le LLM.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1 recherche ≈ 1 crédit ; tout est mis en cache (reprise gratuite) ; un garde-fou limite le nb d’appels pour rester dans le gratuit.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La vérification (le cœur de la méthode)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Le vrai risque (presse + LLM) = les citations fabriquées. Deux LLM qui se valident l’un l’autre ne suffisent pas.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>
                <a:solidFill>
                  <a:srgbClr val="141414"/>
                </a:solidFill>
                <a:latin typeface="Aptos"/>
              </a:rPr>
              <a:t>•  Le code revérifie chaque chiffre : la citation est présente mot-pour-mot sur la page • le chiffre est bien dans la citation • le nom/ville de l’usine est à proximité (≠ total du groupe) • effectif ≤ 120 000 (rejette les totaux groupe) • l’URL est bien une renvoyée par la recherche.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Seules les lignes qui passent TOUS les tests sont gardées ; on ne remplace jamais une valeur déjà existante.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Résultats (presse locale)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~540 cellules manquantes tentées → ~75 valeurs vérifiées (62 après filtrage des sources faibles), sur 31 usines.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Chaque valeur garde sa citation + son URL + un niveau de source (officiel / presse / blog / réseau social) → 100 % traçable.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Sur la nouvelle BDD : ~14 cellules réellement nouvelles ; les ~48 qui chevauchent l’existant servent de cross-check des chiffres déjà là.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Coût : ~600 crédits Tavily = 0 € ; un petit LLM (Mistral small) suffit grâce à la vérification.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Le coût des API — retour d’expérience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Gratuit vs payant : l’API payante (Claude Sonnet / Haiku) donne la meilleure précision (distinguer usine vs groupe, bonne année de référence).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En gratuit, Mistral small-2506 a le meilleur débit (2,25 M tokens/min) → le bon compromis pour traiter le volume.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Suggestion (déjà évoquée Hebdo 8) : allouer un petit budget API pour les cellules difficiles et la qualité.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141414"/>
                </a:solidFill>
                <a:latin typeface="Aptos"/>
              </a:rPr>
              <a:t>Distinguer un vrai « trou » d’un « vide légitime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Timeline opérationnelle des usines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Une cellule vide n’est pas toujours un trou à combler.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Usine établie mais sans données tôt (Osnabrück, Mercedes Berlin, Kölleda) = trou de scraping → à chercher.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Usine récente (Irlbach 2023, Debrecen 2025, Września 2016) = n’existait pas encore = vide légitime → laisser vide / mettre 0.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J’ai ajouté une table des dates d’ouverture par usine ; le script classe chaque vide : real_gap / pre_existence / post_closure (gratuit, sans API).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Résultat : ~390 vrais trous à chercher vs ~50 vides légitimes.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0">
                <a:solidFill>
                  <a:srgbClr val="141414"/>
                </a:solidFill>
                <a:latin typeface="Aptos"/>
              </a:rPr>
              <a:t>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Étendre la presse à la production et aux modèles produits (même méthode vérifiée).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Prochaine meilleure source : rapports annuels / développement durable des constructeurs (PDF — effectifs par usine, systématiques).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Décider d’un petit budget API pour la qualité.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•  Avancer sur l’analyse de régression (cf. Hebdo 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